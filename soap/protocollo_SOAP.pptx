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826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237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270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042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9819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025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922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298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100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130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1353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018F3-29B7-4C32-AB74-C7ED98981E46}" type="datetimeFigureOut">
              <a:rPr lang="it-IT" smtClean="0"/>
              <a:t>14/05/2020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737A1-34DC-48D1-BF3D-9A5A153292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522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elfserver.it/glossario/web-serve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rwebmaster.it/xml/soap_11621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563243" y="1394161"/>
            <a:ext cx="82089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/>
              <a:t>SOAP</a:t>
            </a:r>
            <a:r>
              <a:rPr lang="it-IT" dirty="0"/>
              <a:t> è l'acronimo di Simple Object Access </a:t>
            </a:r>
            <a:r>
              <a:rPr lang="it-IT" dirty="0" err="1"/>
              <a:t>Protocol</a:t>
            </a:r>
            <a:r>
              <a:rPr lang="it-IT" dirty="0"/>
              <a:t> ed è un protocollo per lo scambio di messaggi tra componenti software (solitamente definiti client e web service) che avviene secondo le regole della sintassi XML. La parola Object indica che l'uso del protocollo deve essere fatto secondo il paradigma della programmazione orientata agli oggetti.</a:t>
            </a:r>
          </a:p>
        </p:txBody>
      </p:sp>
      <p:sp>
        <p:nvSpPr>
          <p:cNvPr id="5" name="Rettangolo 4"/>
          <p:cNvSpPr/>
          <p:nvPr/>
        </p:nvSpPr>
        <p:spPr>
          <a:xfrm>
            <a:off x="596423" y="3356992"/>
            <a:ext cx="82089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/>
              <a:t>Il protocollo definisce un set di regole che il client deve rispettare per richiedere la risposta al server che ospita ed espone il </a:t>
            </a:r>
            <a:r>
              <a:rPr lang="it-IT" i="1" dirty="0"/>
              <a:t>web service</a:t>
            </a:r>
            <a:r>
              <a:rPr lang="it-IT" dirty="0"/>
              <a:t>. </a:t>
            </a:r>
          </a:p>
          <a:p>
            <a:r>
              <a:rPr lang="it-IT" dirty="0"/>
              <a:t>Attraverso lo scambio di messaggi SOAP definiamo, quindi, delle RPC-Call (</a:t>
            </a:r>
            <a:r>
              <a:rPr lang="it-IT" i="1" dirty="0"/>
              <a:t>Remote Procedure Call</a:t>
            </a:r>
            <a:r>
              <a:rPr lang="it-IT" dirty="0"/>
              <a:t>) cioè delle </a:t>
            </a:r>
            <a:r>
              <a:rPr lang="it-IT" b="1" dirty="0"/>
              <a:t>chiamate di procedure remote.</a:t>
            </a:r>
            <a:endParaRPr lang="it-IT" dirty="0"/>
          </a:p>
        </p:txBody>
      </p:sp>
      <p:sp>
        <p:nvSpPr>
          <p:cNvPr id="2" name="Rettangolo 1"/>
          <p:cNvSpPr/>
          <p:nvPr/>
        </p:nvSpPr>
        <p:spPr>
          <a:xfrm>
            <a:off x="1902690" y="442561"/>
            <a:ext cx="45997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hlinkClick r:id="rId2"/>
              </a:rPr>
              <a:t> http://www.selfserver.it/glossario/web-server</a:t>
            </a:r>
            <a:endParaRPr lang="it-IT" dirty="0"/>
          </a:p>
        </p:txBody>
      </p:sp>
      <p:sp>
        <p:nvSpPr>
          <p:cNvPr id="3" name="CasellaDiTesto 2"/>
          <p:cNvSpPr txBox="1"/>
          <p:nvPr/>
        </p:nvSpPr>
        <p:spPr>
          <a:xfrm>
            <a:off x="683568" y="442561"/>
            <a:ext cx="118532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Da leggere</a:t>
            </a:r>
          </a:p>
        </p:txBody>
      </p:sp>
    </p:spTree>
    <p:extLst>
      <p:ext uri="{BB962C8B-B14F-4D97-AF65-F5344CB8AC3E}">
        <p14:creationId xmlns:p14="http://schemas.microsoft.com/office/powerpoint/2010/main" val="2363225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732047" y="620688"/>
            <a:ext cx="416113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b="1" dirty="0"/>
              <a:t>Soap </a:t>
            </a:r>
            <a:r>
              <a:rPr lang="it-IT" dirty="0"/>
              <a:t>è un protocollo standardizzato W3C 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1711305" y="1588150"/>
            <a:ext cx="111973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Interfacce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775707" y="2532277"/>
            <a:ext cx="303288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Chiamate (richieste e risposte)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987289" y="3573016"/>
            <a:ext cx="287187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Informazioni in formato XML</a:t>
            </a:r>
          </a:p>
        </p:txBody>
      </p:sp>
      <p:sp>
        <p:nvSpPr>
          <p:cNvPr id="8" name="Freccia in giù 7"/>
          <p:cNvSpPr/>
          <p:nvPr/>
        </p:nvSpPr>
        <p:spPr>
          <a:xfrm>
            <a:off x="2104472" y="1124744"/>
            <a:ext cx="144016" cy="2787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in giù 10"/>
          <p:cNvSpPr/>
          <p:nvPr/>
        </p:nvSpPr>
        <p:spPr>
          <a:xfrm>
            <a:off x="2148132" y="1988840"/>
            <a:ext cx="144016" cy="2787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Freccia in giù 11"/>
          <p:cNvSpPr/>
          <p:nvPr/>
        </p:nvSpPr>
        <p:spPr>
          <a:xfrm>
            <a:off x="2133808" y="3068960"/>
            <a:ext cx="144016" cy="2787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/>
          <p:cNvSpPr txBox="1"/>
          <p:nvPr/>
        </p:nvSpPr>
        <p:spPr>
          <a:xfrm>
            <a:off x="4283968" y="1558619"/>
            <a:ext cx="3588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Definite tramite un linguaggio WSDL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4555869" y="2532277"/>
            <a:ext cx="304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Soap </a:t>
            </a:r>
            <a:r>
              <a:rPr lang="it-IT" dirty="0" err="1"/>
              <a:t>request</a:t>
            </a:r>
            <a:r>
              <a:rPr lang="it-IT" dirty="0"/>
              <a:t> e Soap </a:t>
            </a:r>
            <a:r>
              <a:rPr lang="it-IT" dirty="0" err="1"/>
              <a:t>Response</a:t>
            </a:r>
            <a:endParaRPr lang="it-IT" dirty="0"/>
          </a:p>
        </p:txBody>
      </p:sp>
      <p:sp>
        <p:nvSpPr>
          <p:cNvPr id="15" name="CasellaDiTesto 14"/>
          <p:cNvSpPr txBox="1"/>
          <p:nvPr/>
        </p:nvSpPr>
        <p:spPr>
          <a:xfrm>
            <a:off x="4880362" y="3573016"/>
            <a:ext cx="1446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Formato XML</a:t>
            </a:r>
          </a:p>
        </p:txBody>
      </p:sp>
      <p:cxnSp>
        <p:nvCxnSpPr>
          <p:cNvPr id="17" name="Connettore 2 16"/>
          <p:cNvCxnSpPr/>
          <p:nvPr/>
        </p:nvCxnSpPr>
        <p:spPr>
          <a:xfrm>
            <a:off x="3059832" y="1772816"/>
            <a:ext cx="79933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/>
          <p:cNvCxnSpPr/>
          <p:nvPr/>
        </p:nvCxnSpPr>
        <p:spPr>
          <a:xfrm>
            <a:off x="4067944" y="2716943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/>
          <p:cNvCxnSpPr/>
          <p:nvPr/>
        </p:nvCxnSpPr>
        <p:spPr>
          <a:xfrm>
            <a:off x="4067944" y="3757682"/>
            <a:ext cx="4879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tangolo 22"/>
          <p:cNvSpPr/>
          <p:nvPr/>
        </p:nvSpPr>
        <p:spPr>
          <a:xfrm>
            <a:off x="692919" y="5229200"/>
            <a:ext cx="747013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b="1" dirty="0"/>
              <a:t>W3C</a:t>
            </a:r>
            <a:r>
              <a:rPr lang="it-IT" dirty="0"/>
              <a:t>  è un consorzio che sviluppa tecnologie con affidabilità e con ottimizzazione delle risorse in tale da portare il Web al massimo del suo potenziale</a:t>
            </a:r>
          </a:p>
        </p:txBody>
      </p:sp>
    </p:spTree>
    <p:extLst>
      <p:ext uri="{BB962C8B-B14F-4D97-AF65-F5344CB8AC3E}">
        <p14:creationId xmlns:p14="http://schemas.microsoft.com/office/powerpoint/2010/main" val="3830010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764704"/>
            <a:ext cx="7838446" cy="467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3A9D11-6596-488D-A1F4-F642FA7B5CE6}"/>
              </a:ext>
            </a:extLst>
          </p:cNvPr>
          <p:cNvSpPr txBox="1"/>
          <p:nvPr/>
        </p:nvSpPr>
        <p:spPr>
          <a:xfrm>
            <a:off x="3923928" y="5011135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(oppure Tomcat)</a:t>
            </a:r>
          </a:p>
        </p:txBody>
      </p:sp>
    </p:spTree>
    <p:extLst>
      <p:ext uri="{BB962C8B-B14F-4D97-AF65-F5344CB8AC3E}">
        <p14:creationId xmlns:p14="http://schemas.microsoft.com/office/powerpoint/2010/main" val="2065706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764704"/>
            <a:ext cx="7756587" cy="4426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23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20688"/>
            <a:ext cx="7776370" cy="4651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053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7358006" cy="4578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69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395536" y="260648"/>
            <a:ext cx="82089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b="1" dirty="0"/>
              <a:t>SOAP </a:t>
            </a:r>
            <a:r>
              <a:rPr lang="it-IT" b="1" dirty="0" err="1"/>
              <a:t>request</a:t>
            </a:r>
            <a:endParaRPr lang="it-IT" b="1" dirty="0"/>
          </a:p>
          <a:p>
            <a:pPr fontAlgn="base"/>
            <a:r>
              <a:rPr lang="it-IT" dirty="0"/>
              <a:t>In questa messaggio SOAP, viene effettuata una richiesta verso la procedura </a:t>
            </a:r>
            <a:r>
              <a:rPr lang="it-IT" i="1" dirty="0" err="1"/>
              <a:t>CelsiusToFahrenheit</a:t>
            </a:r>
            <a:r>
              <a:rPr lang="it-IT" dirty="0"/>
              <a:t>, passando come parametro una temperatura Celsius di tipo stringa.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44824"/>
            <a:ext cx="8088610" cy="437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0978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467544" y="260648"/>
            <a:ext cx="84249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it-IT" b="1" dirty="0"/>
              <a:t>SOAP </a:t>
            </a:r>
            <a:r>
              <a:rPr lang="it-IT" b="1" dirty="0" err="1"/>
              <a:t>response</a:t>
            </a:r>
            <a:endParaRPr lang="it-IT" b="1" dirty="0"/>
          </a:p>
          <a:p>
            <a:pPr fontAlgn="base"/>
            <a:r>
              <a:rPr lang="it-IT" dirty="0"/>
              <a:t>In questa messaggio SOAP, vediamo invece la risposta del server </a:t>
            </a:r>
            <a:r>
              <a:rPr lang="it-IT" i="1" dirty="0" err="1"/>
              <a:t>CelsiusToFahrenheitResponse</a:t>
            </a:r>
            <a:r>
              <a:rPr lang="it-IT" dirty="0"/>
              <a:t> di tipo </a:t>
            </a:r>
            <a:r>
              <a:rPr lang="it-IT" dirty="0" err="1"/>
              <a:t>string</a:t>
            </a:r>
            <a:r>
              <a:rPr lang="it-IT" dirty="0"/>
              <a:t>, che conterrà il valore passato nella richiesta convertito in </a:t>
            </a:r>
            <a:r>
              <a:rPr lang="it-IT" dirty="0" err="1"/>
              <a:t>Fahreneit</a:t>
            </a:r>
            <a:r>
              <a:rPr lang="it-IT" dirty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70" y="1966913"/>
            <a:ext cx="8035683" cy="3766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tangolo 4"/>
          <p:cNvSpPr/>
          <p:nvPr/>
        </p:nvSpPr>
        <p:spPr>
          <a:xfrm>
            <a:off x="467544" y="6205954"/>
            <a:ext cx="7344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hlinkClick r:id="rId3"/>
              </a:rPr>
              <a:t>https://www.mrwebmaster.it/xml/soap_11621.html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769468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Words>249</Words>
  <Application>Microsoft Office PowerPoint</Application>
  <PresentationFormat>Presentazione su schermo (4:3)</PresentationFormat>
  <Paragraphs>19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AxcrHw33</dc:creator>
  <cp:lastModifiedBy>biafra</cp:lastModifiedBy>
  <cp:revision>10</cp:revision>
  <dcterms:created xsi:type="dcterms:W3CDTF">2020-03-17T18:06:42Z</dcterms:created>
  <dcterms:modified xsi:type="dcterms:W3CDTF">2020-05-14T10:16:46Z</dcterms:modified>
</cp:coreProperties>
</file>